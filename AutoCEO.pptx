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862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504057"/>
            <a:ext cx="3886797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560711"/>
            <a:ext cx="426957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 UNIVERSITY • DEPARTMENT OF CSE • 2025–26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86680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AutoCEO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2533055"/>
            <a:ext cx="6296860" cy="1417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Autonomous Multi-Agent System for Enterprise Business Decision-Making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661475" y="423396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Prakhar Kulshreshtha | UR:241500343  · Ananya Awasthi | UR:2415500067· Palak Singh| UR:2415500326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Mentor:Govind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Gupta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93432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289712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kern="0" spc="-15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• THE PROBLEM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Decision Overload Problem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CEO receives data from 4 departments simultaneously and has minutes — not hours — to decide. Something always gets missed.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14735"/>
            <a:ext cx="9753356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675421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tools show the data. They do not reason across it.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75420"/>
            <a:ext cx="119337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032073"/>
            <a:ext cx="157615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• THE GAP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381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Tools Are Not Enough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12280"/>
            <a:ext cx="3496877" cy="23117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68183" y="23407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75881" y="299372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75881" y="3402409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data. Don't reason over it.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212280"/>
            <a:ext cx="3496877" cy="23117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54067" y="23407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61766" y="299372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Enterprise AI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61766" y="3402409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Studio — $200/mo · IBM watsonx — $530+/mo. No explainability. No audit trail.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212280"/>
            <a:ext cx="3496877" cy="23117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39952" y="23407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247650" y="299372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Gap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8247650" y="3402409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free, explainable, multi-domain autonomous decision system exists.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61475" y="492571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661475" y="541000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→ DASHBOARD → HUMAN INTERPRETATION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32776" y="492571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AutoCEO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6332776" y="541000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→ AI AGENTS → REASONING → DECISION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835004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331284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kern="0" spc="-15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• OUR SOLUTION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Introducing AutoCEO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03156" y="1101328"/>
            <a:ext cx="1133664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specialized AI agents that analyze, coordinate, and explain every business decision — for free.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61475" y="1048246"/>
            <a:ext cx="12700" cy="219571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320899"/>
            <a:ext cx="10779153" cy="46482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1583" y="5087707"/>
            <a:ext cx="2563432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+ Explanation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31583" y="401170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Agent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431583" y="294656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Specialist Agents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431583" y="187055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Sources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61475" y="6022280"/>
            <a:ext cx="3591430" cy="349250"/>
          </a:xfrm>
          <a:prstGeom prst="roundRect">
            <a:avLst>
              <a:gd name="adj" fmla="val 113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279" y="6123087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Specialist Agents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00132" y="6022280"/>
            <a:ext cx="3591430" cy="349250"/>
          </a:xfrm>
          <a:prstGeom prst="roundRect">
            <a:avLst>
              <a:gd name="adj" fmla="val 113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0936" y="6123087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Executive Agent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938790" y="6022280"/>
            <a:ext cx="3591430" cy="349250"/>
          </a:xfrm>
          <a:prstGeom prst="roundRect">
            <a:avLst>
              <a:gd name="adj" fmla="val 113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39593" y="6123087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 Audit Trail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0069"/>
            <a:ext cx="1357775" cy="228898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1762" y="595213"/>
            <a:ext cx="1786786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4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• REAL SCENARIO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26889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AutoCEO in Action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477466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</a:t>
            </a: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Competitor drops prices 30%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28899"/>
            <a:ext cx="5374347" cy="1295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58262" y="1941810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1135" y="2431355"/>
            <a:ext cx="50350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1135" y="2738636"/>
            <a:ext cx="503502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demand shift and falling confidence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5774" y="1828899"/>
            <a:ext cx="5374446" cy="1295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52562" y="1941810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25434" y="2431355"/>
            <a:ext cx="5035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25434" y="2738636"/>
            <a:ext cx="5035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Checks: Can we afford a 15% price cut?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44751"/>
            <a:ext cx="5374347" cy="1295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58262" y="3357662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31135" y="3847207"/>
            <a:ext cx="50350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1135" y="4154488"/>
            <a:ext cx="503502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Confirms team has capacity to execute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5774" y="3244751"/>
            <a:ext cx="5374446" cy="1295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52562" y="3357662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325434" y="3847207"/>
            <a:ext cx="5035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325434" y="4154488"/>
            <a:ext cx="5035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Flags: Cut cannot exceed 20% per compliance rules</a:t>
            </a:r>
            <a:endParaRPr lang="en-US" sz="11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60602"/>
            <a:ext cx="5374347" cy="1295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58262" y="4773513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831135" y="5263059"/>
            <a:ext cx="50350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831135" y="5570339"/>
            <a:ext cx="503502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Reduce price 15% + reallocate $10k to marketing</a:t>
            </a:r>
            <a:endParaRPr lang="en-US" sz="11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5774" y="4660602"/>
            <a:ext cx="5374446" cy="1295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52562" y="4773513"/>
            <a:ext cx="180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-3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325434" y="5263059"/>
            <a:ext cx="5035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6325434" y="5570339"/>
            <a:ext cx="5035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reasoning saved to audit trail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661475" y="6091436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 is logged, validated, and explainable.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98178"/>
            <a:ext cx="115527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354832"/>
            <a:ext cx="15380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• AGENTS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6092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Five Specialized Agents, One Decision</a:t>
            </a:r>
            <a:endParaRPr lang="en-US" sz="3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535039"/>
          <a:ext cx="10868746" cy="3012006"/>
        </p:xfrm>
        <a:graphic>
          <a:graphicData uri="http://schemas.openxmlformats.org/drawingml/2006/table">
            <a:tbl>
              <a:tblPr/>
              <a:tblGrid>
                <a:gridCol w="108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3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7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[M]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 Intelligence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 / sector data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Trend · demand direction · confidence score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[$]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Finance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Budget / revenue data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Financial health · safe spend range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[O]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HR roster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Capacity status · staffing recommendation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[!]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 &amp; Compliance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agent outputs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Violations · risk level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[E]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Executive Reasoning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four agent outputs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Final decision · written rationale + re-evaluation trigger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20849"/>
            <a:ext cx="225994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977503"/>
            <a:ext cx="264272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• COMPETITOR ANALYSIS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835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AutoCEO Compares to the Market</a:t>
            </a:r>
            <a:endParaRPr lang="en-US" sz="3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157710"/>
          <a:ext cx="10868746" cy="3251514"/>
        </p:xfrm>
        <a:graphic>
          <a:graphicData uri="http://schemas.openxmlformats.org/drawingml/2006/table">
            <a:tbl>
              <a:tblPr/>
              <a:tblGrid>
                <a:gridCol w="30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7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Tool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Explainability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Multi-domain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 Tier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Microsoft Copilot Studio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$200/month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Salesforce Agentforce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$0.10/action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IBM watsonx Orchestrate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$530+/month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CrewAI Enterprise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$60K–$120K/year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AutoCEO (our system)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Complete audit trail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563463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AutoCEO is the only free, fully explainable, multi-domain agent decision system.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2566"/>
            <a:ext cx="133654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899220"/>
            <a:ext cx="17193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• RESEARCH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05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Found When We Actually Tested It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79427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69369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 Validation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102372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5 agent prompts tested in Google AI Studio. Valid structured JSON confirmed from Gemini 2.5 Flash on every run.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79427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3915" y="269369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Consistency Finding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213915" y="3102372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Temperature=1 caused different outputs each run. Fixed: lowered to 0.2 + enabled Structured Outputs. Now consistent.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87652"/>
            <a:ext cx="378014" cy="378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500191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Free Tier Confirmed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61475" y="5410597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free tier = 1,500 requests/day. Sufficient for full 5-agent pipeline testing without any cost.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387652"/>
            <a:ext cx="378014" cy="378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3915" y="500191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Strategy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213915" y="5410597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CSV data + real yfinance market data combined. Reliable, repeatable demo scenarios ready.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10853"/>
            <a:ext cx="2089891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67507"/>
            <a:ext cx="247266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• TECHNOLOGY 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735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Entirely on Free-Tier Tools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3672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Stack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21012"/>
            <a:ext cx="5203794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Gemini 2.5 Flash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LLM reasoning engine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LangGraph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Multi-agent orchestration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Async backend API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HTML,CSS,JS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Web dashboard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Decision log storage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Render or Versel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Free deployment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53672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Free Matters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021012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cost to build, test, and deploy. Live demo link accessible to any evaluator. No credit card. No enterprise license.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544462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→ LangGraph → FastAPI → Frontend→ SQLite → Deployed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4200"/>
            <a:ext cx="1536761" cy="228898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1762" y="629345"/>
            <a:ext cx="1965772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4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• TIMELINE &amp; STATUS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61020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4-Month Roadmap — Week 1 in Progress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11598"/>
            <a:ext cx="5434373" cy="602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085" y="2234009"/>
            <a:ext cx="513315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· Weeks 1–4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085" y="2541290"/>
            <a:ext cx="51331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+ Synopsis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511598"/>
            <a:ext cx="5434373" cy="602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6458" y="2234009"/>
            <a:ext cx="513315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 · Weeks 5–8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246458" y="2541290"/>
            <a:ext cx="51331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agent pipeline + explainability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908399"/>
            <a:ext cx="5434373" cy="602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085" y="3630811"/>
            <a:ext cx="513315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 · Weeks 9–12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12085" y="3938091"/>
            <a:ext cx="51331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+ deployment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2908399"/>
            <a:ext cx="5434373" cy="602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46458" y="3630811"/>
            <a:ext cx="513315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4 · Weeks 13–16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246458" y="3938091"/>
            <a:ext cx="51331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+ documentation + final report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61475" y="4560094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Status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61475" y="4915396"/>
            <a:ext cx="586020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this week: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61475" y="5239841"/>
            <a:ext cx="5250624" cy="99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finalized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5 agent prompts tested in AI Studio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schemas designed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repository initialized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285946" y="4560094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Milestone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285946" y="4915396"/>
            <a:ext cx="586020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working agent prototype by end of this week.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726</Words>
  <Application>Microsoft Office PowerPoint</Application>
  <PresentationFormat>Widescreen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Prakhar Kulshreshtha</cp:lastModifiedBy>
  <cp:revision>2</cp:revision>
  <dcterms:created xsi:type="dcterms:W3CDTF">2026-09-05T07:50:42Z</dcterms:created>
  <dcterms:modified xsi:type="dcterms:W3CDTF">2026-09-05T07:57:26Z</dcterms:modified>
</cp:coreProperties>
</file>